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3" r:id="rId4"/>
    <p:sldId id="257" r:id="rId5"/>
    <p:sldId id="263" r:id="rId6"/>
    <p:sldId id="264" r:id="rId7"/>
    <p:sldId id="258" r:id="rId8"/>
    <p:sldId id="265" r:id="rId9"/>
    <p:sldId id="266" r:id="rId10"/>
    <p:sldId id="259" r:id="rId11"/>
    <p:sldId id="267" r:id="rId12"/>
    <p:sldId id="260" r:id="rId13"/>
    <p:sldId id="270" r:id="rId14"/>
    <p:sldId id="275" r:id="rId15"/>
    <p:sldId id="271" r:id="rId16"/>
    <p:sldId id="27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2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9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7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4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4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3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2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5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62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82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2400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62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80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177F-34A6-4B22-B4DE-0B5E1D1AE6C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nisend.com/blog/woocommerce-plugins/#Omnisend" TargetMode="External"/><Relationship Id="rId7" Type="http://schemas.openxmlformats.org/officeDocument/2006/relationships/hyperlink" Target="https://www.omnisend.com/blog/woocommerce-plugins/#AffiliateW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omnisend.com/blog/woocommerce-plugins/#Smart-Coupons" TargetMode="External"/><Relationship Id="rId5" Type="http://schemas.openxmlformats.org/officeDocument/2006/relationships/hyperlink" Target="https://www.omnisend.com/blog/woocommerce-plugins/#Kissmetrics" TargetMode="External"/><Relationship Id="rId4" Type="http://schemas.openxmlformats.org/officeDocument/2006/relationships/hyperlink" Target="https://www.omnisend.com/blog/woocommerce-plugins/#Google-Facebook-Retargeting-all-in-one-Marketin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nisend.com/blog/woocommerce-plugins/#JetWooBuild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omnisend.com/blog/woocommerce-plugins/#YITH-WooCommerce-Wishlist" TargetMode="External"/><Relationship Id="rId5" Type="http://schemas.openxmlformats.org/officeDocument/2006/relationships/hyperlink" Target="https://www.omnisend.com/blog/woocommerce-plugins/#Elementor" TargetMode="External"/><Relationship Id="rId4" Type="http://schemas.openxmlformats.org/officeDocument/2006/relationships/hyperlink" Target="https://www.omnisend.com/blog/woocommerce-plugins/#SeedPro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nisend.com/blog/woocommerce-plugins/#WooCommerce-One-Page-Checkou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omnisend.com/blog/woocommerce-plugins/#Stripe" TargetMode="External"/><Relationship Id="rId5" Type="http://schemas.openxmlformats.org/officeDocument/2006/relationships/hyperlink" Target="https://www.omnisend.com/blog/woocommerce-plugins/#Direct-Checkout-for-WooCommerce" TargetMode="External"/><Relationship Id="rId4" Type="http://schemas.openxmlformats.org/officeDocument/2006/relationships/hyperlink" Target="https://www.omnisend.com/blog/woocommerce-plugins/#Checkout-Field-Editor-(Checkout-Manager)-for-WooCommerce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nisend.com/blog/woocommerce-plugins/#Hosting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omnisend.com/blog/woocommerce-plugins/#Dreamhost" TargetMode="External"/><Relationship Id="rId4" Type="http://schemas.openxmlformats.org/officeDocument/2006/relationships/hyperlink" Target="https://www.omnisend.com/blog/woocommerce-plugins/#Sitegrou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277A71-C5A3-2B53-25AA-A52C92EF6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35D244-D79F-8F6B-3481-116553499408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BB80B18F-2B14-894E-57C6-EC163F82402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C113D-AE55-F3B3-E221-1D8CA4D0EC80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2C231-D947-BB63-BDF8-80D825D53A69}"/>
              </a:ext>
            </a:extLst>
          </p:cNvPr>
          <p:cNvSpPr txBox="1"/>
          <p:nvPr/>
        </p:nvSpPr>
        <p:spPr>
          <a:xfrm>
            <a:off x="1915235" y="1255590"/>
            <a:ext cx="7474425" cy="472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Woocommerce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Woocommerce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Benefits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Woocommerce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Creation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Woocommerce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Plans &amp; Features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and support for Account verifications</a:t>
            </a:r>
          </a:p>
        </p:txBody>
      </p:sp>
    </p:spTree>
    <p:extLst>
      <p:ext uri="{BB962C8B-B14F-4D97-AF65-F5344CB8AC3E}">
        <p14:creationId xmlns:p14="http://schemas.microsoft.com/office/powerpoint/2010/main" val="33523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277A71-C5A3-2B53-25AA-A52C92EF6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35D244-D79F-8F6B-3481-116553499408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BB80B18F-2B14-894E-57C6-EC163F82402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C113D-AE55-F3B3-E221-1D8CA4D0EC80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pic>
        <p:nvPicPr>
          <p:cNvPr id="1026" name="Picture 2" descr="WooCommerce Pricing (2023): The Real Cost of a WooCommerce Online Store -  Ecommerce Platforms">
            <a:extLst>
              <a:ext uri="{FF2B5EF4-FFF2-40B4-BE49-F238E27FC236}">
                <a16:creationId xmlns:a16="http://schemas.microsoft.com/office/drawing/2014/main" id="{3870AA6C-00C0-F66B-FC3C-3FED05603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314" y="929913"/>
            <a:ext cx="7462680" cy="473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3339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277A71-C5A3-2B53-25AA-A52C92EF6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35D244-D79F-8F6B-3481-116553499408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BB80B18F-2B14-894E-57C6-EC163F82402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C113D-AE55-F3B3-E221-1D8CA4D0EC80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pic>
        <p:nvPicPr>
          <p:cNvPr id="2050" name="Picture 2" descr="Companies Using WooCommerce - WooCommerce Customers List">
            <a:extLst>
              <a:ext uri="{FF2B5EF4-FFF2-40B4-BE49-F238E27FC236}">
                <a16:creationId xmlns:a16="http://schemas.microsoft.com/office/drawing/2014/main" id="{752B5345-1332-A437-F644-DF6E6F205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013" y="866824"/>
            <a:ext cx="6354588" cy="519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505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202AC-A635-F93D-6945-B78498DFD001}"/>
              </a:ext>
            </a:extLst>
          </p:cNvPr>
          <p:cNvSpPr txBox="1"/>
          <p:nvPr/>
        </p:nvSpPr>
        <p:spPr>
          <a:xfrm>
            <a:off x="1915235" y="1255590"/>
            <a:ext cx="7717241" cy="407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Woocommerce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Sections and Tools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Mock Orders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Feedbacks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</p:spTree>
    <p:extLst>
      <p:ext uri="{BB962C8B-B14F-4D97-AF65-F5344CB8AC3E}">
        <p14:creationId xmlns:p14="http://schemas.microsoft.com/office/powerpoint/2010/main" val="1862891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BDCA5-9A4F-47E0-928E-C97473DA4DBE}"/>
              </a:ext>
            </a:extLst>
          </p:cNvPr>
          <p:cNvSpPr txBox="1"/>
          <p:nvPr/>
        </p:nvSpPr>
        <p:spPr>
          <a:xfrm>
            <a:off x="1109533" y="887102"/>
            <a:ext cx="3926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Products: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How to Create a Frontend Dashboard for WooCommerce">
            <a:extLst>
              <a:ext uri="{FF2B5EF4-FFF2-40B4-BE49-F238E27FC236}">
                <a16:creationId xmlns:a16="http://schemas.microsoft.com/office/drawing/2014/main" id="{4BAEA743-4AB5-38C4-F67B-85D412A3F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786" y="1401094"/>
            <a:ext cx="7393861" cy="4159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113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3616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Orders: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WooCommerce: Search Orders By SKU @ Admin">
            <a:extLst>
              <a:ext uri="{FF2B5EF4-FFF2-40B4-BE49-F238E27FC236}">
                <a16:creationId xmlns:a16="http://schemas.microsoft.com/office/drawing/2014/main" id="{0650D5EB-F20E-C5E5-66C3-930954C9C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814" y="1471877"/>
            <a:ext cx="7551174" cy="4100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47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D933-9E93-4321-D965-B067EFA1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1560CB-C582-AE30-F6AC-CF203C0E7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4F5ED1-B8CB-71D5-AC0F-9CD3D1699950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5038EA8D-7864-BE3E-498E-8AA5EA2BB75A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811D06-FB79-4E52-FB31-001BB1645109}"/>
              </a:ext>
            </a:extLst>
          </p:cNvPr>
          <p:cNvSpPr txBox="1"/>
          <p:nvPr/>
        </p:nvSpPr>
        <p:spPr>
          <a:xfrm>
            <a:off x="1915234" y="1255590"/>
            <a:ext cx="7215117" cy="407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listing guidelines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requires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Title, Description, Images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Sample Product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Feedback on listing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E55E0-C350-BA4F-4A33-CDF5780CF05D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#1</a:t>
            </a:r>
          </a:p>
        </p:txBody>
      </p:sp>
    </p:spTree>
    <p:extLst>
      <p:ext uri="{BB962C8B-B14F-4D97-AF65-F5344CB8AC3E}">
        <p14:creationId xmlns:p14="http://schemas.microsoft.com/office/powerpoint/2010/main" val="2003900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5100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Product Listing: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Example of a customized WooCommerce Products list table - Admin Columns Pro">
            <a:extLst>
              <a:ext uri="{FF2B5EF4-FFF2-40B4-BE49-F238E27FC236}">
                <a16:creationId xmlns:a16="http://schemas.microsoft.com/office/drawing/2014/main" id="{C702DCE7-BADF-82C4-FA1D-3E3AF9DB3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811" y="1459283"/>
            <a:ext cx="6887492" cy="439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43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5100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Product Listing: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The Ultimate Guide to WooCommerce Product Manager - PPWP">
            <a:extLst>
              <a:ext uri="{FF2B5EF4-FFF2-40B4-BE49-F238E27FC236}">
                <a16:creationId xmlns:a16="http://schemas.microsoft.com/office/drawing/2014/main" id="{A0A8F2D5-F1A0-8605-0535-36EB9EDD9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176" y="1510857"/>
            <a:ext cx="7428380" cy="401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55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9C13-05A4-00F3-A860-72AD65E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E6FDAB-D442-9EA8-905E-BF5A169C9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FF4E71-12CB-3666-C1EE-2C9A627335A2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48F135C3-AD06-1FA0-29F0-9123B4BC009F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5A3BF6-53E4-2CD7-8E1B-3A695A213A3A}"/>
              </a:ext>
            </a:extLst>
          </p:cNvPr>
          <p:cNvSpPr txBox="1"/>
          <p:nvPr/>
        </p:nvSpPr>
        <p:spPr>
          <a:xfrm>
            <a:off x="1915235" y="1255590"/>
            <a:ext cx="7102156" cy="407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Woocommerce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front-end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Guidelines, personalizing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Banners, logos and Brand identity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and assistance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38323-A1BB-E65E-3214-184CC15AAEA5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#1</a:t>
            </a:r>
          </a:p>
        </p:txBody>
      </p:sp>
    </p:spTree>
    <p:extLst>
      <p:ext uri="{BB962C8B-B14F-4D97-AF65-F5344CB8AC3E}">
        <p14:creationId xmlns:p14="http://schemas.microsoft.com/office/powerpoint/2010/main" val="1380376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68591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Store Frontend Designing: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How to change WooThemes Storefront home page layout">
            <a:extLst>
              <a:ext uri="{FF2B5EF4-FFF2-40B4-BE49-F238E27FC236}">
                <a16:creationId xmlns:a16="http://schemas.microsoft.com/office/drawing/2014/main" id="{9BFC536E-A136-ED6A-CF7E-2E890F9C4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831" y="1323830"/>
            <a:ext cx="7955981" cy="466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7297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EC75-8F64-27B0-ADE2-1F5D13E2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DF5A13-DECF-0731-C22C-C7D300175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C8D167-2F03-8954-57F8-08F53482CFA9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F936E3B0-6762-A2D4-C8F8-BCC3A7F9771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A93B23-D028-2C29-1E1D-619113B66116}"/>
              </a:ext>
            </a:extLst>
          </p:cNvPr>
          <p:cNvSpPr txBox="1"/>
          <p:nvPr/>
        </p:nvSpPr>
        <p:spPr>
          <a:xfrm>
            <a:off x="1915235" y="1255590"/>
            <a:ext cx="7597475" cy="4723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5: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Marking tools for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Woocommerce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Offers</a:t>
            </a:r>
          </a:p>
          <a:p>
            <a:pPr marL="1943100" lvl="3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Promotions, discounts and Sponsoring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Inquiries and managing Orders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Inquiries and 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7E109-1AAC-B21C-32DB-130CCA25A7A2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#1</a:t>
            </a:r>
          </a:p>
        </p:txBody>
      </p:sp>
    </p:spTree>
    <p:extLst>
      <p:ext uri="{BB962C8B-B14F-4D97-AF65-F5344CB8AC3E}">
        <p14:creationId xmlns:p14="http://schemas.microsoft.com/office/powerpoint/2010/main" val="415970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63648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Offers and Promotions: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YITH Essential Kit For WooCommerce #1 – WordPress Plugin, 55% OFF">
            <a:extLst>
              <a:ext uri="{FF2B5EF4-FFF2-40B4-BE49-F238E27FC236}">
                <a16:creationId xmlns:a16="http://schemas.microsoft.com/office/drawing/2014/main" id="{EE0094D5-7F72-F5E0-EEE6-F41CC947D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064" y="1474842"/>
            <a:ext cx="7756361" cy="371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01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3206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Tools: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80493-774B-6D9A-A31A-BABC79DD6089}"/>
              </a:ext>
            </a:extLst>
          </p:cNvPr>
          <p:cNvSpPr txBox="1"/>
          <p:nvPr/>
        </p:nvSpPr>
        <p:spPr>
          <a:xfrm>
            <a:off x="1915235" y="1720840"/>
            <a:ext cx="67861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Omnisend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Google, Facebook, Retargeting all-in-one Marketing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Kissmetrics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 Coupons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AffiliateWP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498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3510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Building tools: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80493-774B-6D9A-A31A-BABC79DD6089}"/>
              </a:ext>
            </a:extLst>
          </p:cNvPr>
          <p:cNvSpPr txBox="1"/>
          <p:nvPr/>
        </p:nvSpPr>
        <p:spPr>
          <a:xfrm>
            <a:off x="1915235" y="1720840"/>
            <a:ext cx="67861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JetWooBuilder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SeedProd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Elementor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YITH WooCommerce Wishlist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617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74414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Checkout, payment and Ship: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80493-774B-6D9A-A31A-BABC79DD6089}"/>
              </a:ext>
            </a:extLst>
          </p:cNvPr>
          <p:cNvSpPr txBox="1"/>
          <p:nvPr/>
        </p:nvSpPr>
        <p:spPr>
          <a:xfrm>
            <a:off x="1915235" y="1720840"/>
            <a:ext cx="67861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One Page Checkout</a:t>
            </a:r>
            <a:b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3600" b="0" i="0" u="none" strike="noStrike" dirty="0" err="1">
                <a:solidFill>
                  <a:srgbClr val="99C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Checkout</a:t>
            </a:r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Field Editor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 Checkout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Stripe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127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79D63-20FA-93FC-4F82-6D76687FE01D}"/>
              </a:ext>
            </a:extLst>
          </p:cNvPr>
          <p:cNvSpPr txBox="1"/>
          <p:nvPr/>
        </p:nvSpPr>
        <p:spPr>
          <a:xfrm>
            <a:off x="1109533" y="887102"/>
            <a:ext cx="4012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 and Security:</a:t>
            </a:r>
            <a:endParaRPr lang="en-P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80493-774B-6D9A-A31A-BABC79DD6089}"/>
              </a:ext>
            </a:extLst>
          </p:cNvPr>
          <p:cNvSpPr txBox="1"/>
          <p:nvPr/>
        </p:nvSpPr>
        <p:spPr>
          <a:xfrm>
            <a:off x="1915235" y="1720840"/>
            <a:ext cx="67861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Hostinger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Siteground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Dreamhost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3308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1674</TotalTime>
  <Words>308</Words>
  <Application>Microsoft Office PowerPoint</Application>
  <PresentationFormat>Widescreen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</vt:lpstr>
      <vt:lpstr>Arial Black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 Academy 72</dc:creator>
  <cp:lastModifiedBy>AI Academy 72</cp:lastModifiedBy>
  <cp:revision>29</cp:revision>
  <dcterms:created xsi:type="dcterms:W3CDTF">2024-02-12T06:36:04Z</dcterms:created>
  <dcterms:modified xsi:type="dcterms:W3CDTF">2024-03-25T08:50:30Z</dcterms:modified>
</cp:coreProperties>
</file>